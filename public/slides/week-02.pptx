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How a Stock Trade Actually Happens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From ownership and brokers to bid/ask, order types and account mechanics.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BID/ASK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MARGIN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Trace the path from investor instruction to exchange execution.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bid, ask and spread using a live-order mental model.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Choose between market, limit and stop orders for a stated objective.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Distinguish a cash account from a margin account without relying on broker-specific rules.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TRADE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happens after you click BUY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interface hides the path; the economics still matter.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Investor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Chooses quantity and order type.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Broker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Checks account and routes the order.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Venue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Matches executable buy/sell interest.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Execution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Trade occurs at an available price.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Account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Position and cash/margin obligations update.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BID AND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There is no single “the price” waiting for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quote is a negotiation between displayed buyers and sellers.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4937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5B"/>
                </a:solidFill>
              </a:rPr>
              <a:t>BID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</a:rPr>
              <a:t>$49.98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43484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7"/>
                </a:solidFill>
              </a:rPr>
              <a:t>ASK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97680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</a:rPr>
              <a:t>$50.02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0" cy="237744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5C88"/>
                </a:solidFill>
              </a:rPr>
              <a:t>Spread = $0.04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75488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</a:rPr>
              <a:t>Bid = highest displayed price a buyer is currently willing to pay.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</a:rPr>
              <a:t>Ask = lowest displayed price a seller is currently willing to accept.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</a:rPr>
              <a:t>Spread = ask − bid.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</a:rPr>
              <a:t>A wider spread is an immediate execution cost for someone crossing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COMPARE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Execution now vs. price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Different mechanisms create different risks.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73152" cy="36118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Market order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Priority: execution.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accept the best available prices when the order reaches the market.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Useful when immediacy matters more than exact price.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920240"/>
            <a:ext cx="73152" cy="3611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Limit order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Priority: price.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specify the worst price you are willing to accept.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 order may not execute at all.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STOP ORDER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 trigger is not the same thing as a guaranteed exit price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stop can convert into another order type after the trigger condition is met.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00400" cy="3108960"/>
          </a:xfrm>
          <a:prstGeom prst="roundRect">
            <a:avLst>
              <a:gd name="adj" fmla="val 1765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" cy="310896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2140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Before trigger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78608"/>
            <a:ext cx="276148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 stop is waiting. It is not necessarily executable simply because it exists.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200400" cy="3108960"/>
          </a:xfrm>
          <a:prstGeom prst="roundRect">
            <a:avLst>
              <a:gd name="adj" fmla="val 1765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20240"/>
            <a:ext cx="73152" cy="310896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2140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At trigger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78608"/>
            <a:ext cx="276148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 trigger condition is met and the order becomes active according to its defined type.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200400" cy="3108960"/>
          </a:xfrm>
          <a:prstGeom prst="roundRect">
            <a:avLst>
              <a:gd name="adj" fmla="val 1765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920240"/>
            <a:ext cx="73152" cy="31089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12140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After trigger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578608"/>
            <a:ext cx="276148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Fast markets or gaps can create execution prices different from the stop level.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COMPARE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Account type changes the financing, not the underlying stock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Different mechanisms create different risks.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73152" cy="36118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Cash account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Purchases are paid for with available cash.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No broker loan is used to fund the purchase.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Simpler exposure: you own what you paid for.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920240"/>
            <a:ext cx="73152" cy="3611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Margin account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Broker may lend funds against account collateral.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Purchasing power can increase.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Losses, interest and forced liquidation risk can increase.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WORKED ORDER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Why a “$50 stock” can cost more than $50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Simulated order book.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389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5B"/>
                </a:solidFill>
              </a:rPr>
              <a:t>BID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</a:rPr>
              <a:t>$49.98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74904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7"/>
                </a:solidFill>
              </a:rPr>
              <a:t>ASK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1188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</a:rPr>
              <a:t>$50.02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2971800" y="2148840"/>
            <a:ext cx="0" cy="178308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5C88"/>
                </a:solidFill>
              </a:rPr>
              <a:t>Spread = $0.04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</a:rPr>
              <a:t>You send a market order to buy 200 shares.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577840" y="2606040"/>
            <a:ext cx="49377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96660"/>
                </a:solidFill>
              </a:rPr>
              <a:t>If 100 shares are offered at $50.02 and the next 100 are offered at $50.05, the order can fill across both prices.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96660"/>
                </a:solidFill>
              </a:rPr>
              <a:t>Average fill = (100×50.02 + 100×50.05) ÷ 200 = $50.035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96660"/>
                </a:solidFill>
              </a:rPr>
              <a:t>The chart can still show “about $50” while your actual execution differs.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Simulated example; real executions depend on available liquidity and routing.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Choose the order from the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Individual → pair check • 10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73152" cy="14173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29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Case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46360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must exit a very liquid position now.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Choose an order type and name the trade-off.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28800"/>
            <a:ext cx="73152" cy="141732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29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Case 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487168"/>
            <a:ext cx="46360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only want to buy at $40 or lower.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Choose an order type and name the trade-off.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657600"/>
            <a:ext cx="73152" cy="14173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587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Case 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315968"/>
            <a:ext cx="46360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want an exit trigger if price falls through a defined level.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Choose an order type and name the trade-off.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657600"/>
            <a:ext cx="73152" cy="141732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8587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Case 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4315968"/>
            <a:ext cx="46360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are trading a thin stock with a wide spread.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Choose an order type and name the trade-off.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A broker interface is only the front end of an execution process.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Bid/ask and spread explain why “last price” is not your guaranteed fill.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Market orders trade price control for execution priority.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Margin changes financing and can magnify losses.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once you can place a trade, what kind of trader or investor are you trying to be?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Order Types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https://www.finra.org/investors/investing/investment-products/stocks/order-types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Trading in Cash Accounts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https://www.investor.gov/introduction-investing/general-resources/news-alerts/alerts-bulletins/investor-bulletins/updated-9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Understanding Margin Accounts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https://www.investor.gov/introduction-investing/general-resources/news-alerts/alerts-bulletins/investor-bulletins-29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Brokerage Accounts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38039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https://www.finra.org/investors/investing/investment-accounts/brokerage-accounts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— How a Stock Trade Actually Happens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