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There Is More Than One Way to Trade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Holding period changes what evidence matters — and which costs can ruin you.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SWING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HORIZON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Compare long-term investing, value investing, position trading, swing trading and day trading.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Connect holding period to evidence, costs and risk.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why the same stock can be reasonable for one style and irrelevant to another.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Choose a style based on a decision process rather than personality branding.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TIME HORIZON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The clock changes 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five-year thesis and a five-minute trade can use the same ticker but almost nothing else.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73152" cy="333756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2075688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Typical horizon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Months–years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Business value, valuation, thesis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56432" y="187452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874520"/>
            <a:ext cx="73152" cy="333756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Position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85032" y="2532888"/>
            <a:ext cx="2075688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Typical horizon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Weeks–months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Trend + catalyst + broader structure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72784" y="187452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874520"/>
            <a:ext cx="73152" cy="333756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Swing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1384" y="2532888"/>
            <a:ext cx="2075688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Typical horizon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Days–weeks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Price structure, trend, catalyst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89136" y="187452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9136" y="1874520"/>
            <a:ext cx="73152" cy="33375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Day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17736" y="2532888"/>
            <a:ext cx="2075688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Typical horizon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Seconds–hours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Liquidity, execution, intraday behaviour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SAME STOCK, THREE THESES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 ticker is not a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Simulated company: Northstar Robotics, trading at $50.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291840" cy="3200400"/>
          </a:xfrm>
          <a:prstGeom prst="roundRect">
            <a:avLst>
              <a:gd name="adj" fmla="val 1714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73152" cy="320040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214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Value investor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285292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Question: is the market price below my estimate of long-run business value?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Invalidation: business fundamentals or valuation thesis change.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291840" cy="3200400"/>
          </a:xfrm>
          <a:prstGeom prst="roundRect">
            <a:avLst>
              <a:gd name="adj" fmla="val 1714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920240"/>
            <a:ext cx="73152" cy="320040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214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Swing trader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578608"/>
            <a:ext cx="285292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Question: is there a multi-day setup with a defined trend, catalyst and invalidation?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Invalidation: price structure breaks.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92440" y="1920240"/>
            <a:ext cx="3291840" cy="3200400"/>
          </a:xfrm>
          <a:prstGeom prst="roundRect">
            <a:avLst>
              <a:gd name="adj" fmla="val 1714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92024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214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Day trader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578608"/>
            <a:ext cx="285292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Question: is today liquid enough and is the intraday setup executable?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Invalidation: intraday condition fails.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Shorter horizons amplify friction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When the expected price move shrinks, spread, slippage and fees consume a larger share of the edge.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671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Long-term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23160" y="21488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2148840"/>
            <a:ext cx="764438" cy="29260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Position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23160" y="28346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834640"/>
            <a:ext cx="1320394" cy="292608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387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Swing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423160" y="35204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3520440"/>
            <a:ext cx="1911096" cy="292608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24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Day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423160" y="42062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4206240"/>
            <a:ext cx="3057754" cy="292608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Illustrative sensitivity to execution friction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42976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96660"/>
                </a:solidFill>
              </a:rPr>
              <a:t>Not every short-horizon strategy is expensive and not every long-horizon strategy is cheap.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96660"/>
                </a:solidFill>
              </a:rPr>
              <a:t>The point is structural: when your expected move is small, a few basis points of friction matter more.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counts as relevant information?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shorter the horizon, the less useful a distant thesis may be for the immediate decision.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5B"/>
                </a:solidFill>
              </a:rPr>
              <a:t>Years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</a:rPr>
              <a:t>Cash flows, competition, valuation, capital allocation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5C88"/>
                </a:solidFill>
              </a:rPr>
              <a:t>Months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94560" y="26517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</a:rPr>
              <a:t>Macro/catalyst, trend, earnings path, positioning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7B23"/>
                </a:solidFill>
              </a:rPr>
              <a:t>Days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94560" y="3474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</a:rPr>
              <a:t>Price structure, volume, catalyst, volatility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7"/>
                </a:solidFill>
              </a:rPr>
              <a:t>Minutes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9456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</a:rPr>
              <a:t>Spread, liquidity, VWAP, order flow proxies, time of day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Choose a style by constraints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style is a bundle of assumptions, not an identity.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outcome are you seeking?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How often can you monitor?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Evidence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can you evaluate competently?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Costs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Can the edge survive friction?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Risk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loss process can you tolerate?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Match the evidence to the horizon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Small groups • 10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76072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You receive five information cards: discounted cash-flow estimate, earnings catalyst, moving-average trend, intraday VWAP position, and bid/ask spread.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Rank each card by usefulness for: a five-year investor, a two-week swing trader and a 30-minute day trader.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For one card, explain when it becomes actively misleading because the horizon is wrong.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0" y="2057400"/>
            <a:ext cx="4114800" cy="2560320"/>
          </a:xfrm>
          <a:prstGeom prst="roundRect">
            <a:avLst>
              <a:gd name="adj" fmla="val 2143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057400"/>
            <a:ext cx="73152" cy="25603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22585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Constraint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69480" y="2715768"/>
            <a:ext cx="367588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may use the same piece of information for more than one horizon — but the reason must change.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Trading style is mostly a statement about horizon and evidence.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The same ticker can support different theses at different horizons.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Shorter horizons increase sensitivity to execution and noise.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No style is universally superior; mismatch is the real problem.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how do we compress market history into charts without treating them as fortune-telling?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Introduction to Investing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Risk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https://www.investor.gov/introduction-investing/investing-basics/what-risk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Order Types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https://www.finra.org/investors/investing/investment-products/stocks/order-types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— There Is More Than One Way to Trade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