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Risk Before Strategy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Position size is not an opinion about confidence. It is a consequence of what you can afford to lose.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DRAWDOWN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SIZE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SURVIVAL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Calculate percentage loss and the gain required to recover.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Define invalidation before choosing position size.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Use risk per trade and simple expected value as decision tools.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Explain diversification as a way to reduce concentration, not eliminate risk.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DRAWDOWN MATH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Losses are asymmetric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larger the loss, the larger the percentage gain required to get back to even.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231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73152" cy="219456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128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−10%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70048"/>
            <a:ext cx="198424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Recovery needed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+11.1%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520440" y="2011680"/>
            <a:ext cx="24231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011680"/>
            <a:ext cx="73152" cy="219456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2128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−20%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670048"/>
            <a:ext cx="198424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Recovery needed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+25%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24231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011680"/>
            <a:ext cx="73152" cy="219456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2128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−33%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670048"/>
            <a:ext cx="198424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Recovery needed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+49.3%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98280" y="2011680"/>
            <a:ext cx="24231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2011680"/>
            <a:ext cx="73152" cy="21945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2128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−50%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0" y="2670048"/>
            <a:ext cx="198424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Recovery needed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+100%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286000" y="47548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5C88"/>
                </a:solidFill>
              </a:rPr>
              <a:t>Recovery % = 1 / (1 − loss %) − 1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INVALIDATION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observation proves the trade wrong?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stop level should follow from the thesis, not from the size you wish you could trade.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RISK PROCESS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Correct order of operations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Size is the output of risk.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Setup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is the thesis?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Invalidation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proves it wrong?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Risk/share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Entry − invalidation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Max loss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How many dollars can I lose?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Size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Max loss ÷ risk/share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WORKED SIZING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Risk first, size second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Simulated numbers.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663440" cy="3246120"/>
          </a:xfrm>
          <a:prstGeom prst="roundRect">
            <a:avLst>
              <a:gd name="adj" fmla="val 1690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73152" cy="324612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7568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Inputs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32888"/>
            <a:ext cx="422452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Account = $10,000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Maximum trade loss = $50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Entry = $25.00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Invalidation = $24.75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Risk/share = $0.25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35040" y="1874520"/>
            <a:ext cx="4663440" cy="3246120"/>
          </a:xfrm>
          <a:prstGeom prst="roundRect">
            <a:avLst>
              <a:gd name="adj" fmla="val 1690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874520"/>
            <a:ext cx="73152" cy="32461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07568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Calculation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422452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$50 ÷ $0.25 = 200 shares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Not: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“I want 1,000 shares — where can I hide the stop?”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RISK / REWARD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 ratio is not an edge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“2:1” only describes payoff geometry if your probabilities are unknown.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15C88"/>
                </a:solidFill>
              </a:rPr>
              <a:t>Expected value = P(win) × average win − P(loss) × average loss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2926080" cy="2011680"/>
          </a:xfrm>
          <a:prstGeom prst="roundRect">
            <a:avLst>
              <a:gd name="adj" fmla="val 2727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834640"/>
            <a:ext cx="73152" cy="201168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0358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Setup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493008"/>
            <a:ext cx="248716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Win 40% × $150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Lose 60% × $100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EV = $0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17720" y="2834640"/>
            <a:ext cx="2926080" cy="2011680"/>
          </a:xfrm>
          <a:prstGeom prst="roundRect">
            <a:avLst>
              <a:gd name="adj" fmla="val 2727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834640"/>
            <a:ext cx="73152" cy="20116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0358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Setup 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3493008"/>
            <a:ext cx="248716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Win 50% × $120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Lose 50% × $80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EV = +$20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321040" y="2834640"/>
            <a:ext cx="2926080" cy="2011680"/>
          </a:xfrm>
          <a:prstGeom prst="roundRect">
            <a:avLst>
              <a:gd name="adj" fmla="val 2727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834640"/>
            <a:ext cx="73152" cy="20116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30358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Lesson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49640" y="3493008"/>
            <a:ext cx="248716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The ratio alone is incomplete. You also need probability estimates based on evidence.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DIVERSIFICATION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Spread exposure; do not pretend risk disappears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Diversification can reduce concentration but cannot remove market-wide losses or bad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154680" cy="3108960"/>
          </a:xfrm>
          <a:prstGeom prst="roundRect">
            <a:avLst>
              <a:gd name="adj" fmla="val 1765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" cy="31089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21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Concentrated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78608"/>
            <a:ext cx="271576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One stock, one sector, one thesis. High dependence on a narrow set of outcomes.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3154680" cy="3108960"/>
          </a:xfrm>
          <a:prstGeom prst="roundRect">
            <a:avLst>
              <a:gd name="adj" fmla="val 1765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920240"/>
            <a:ext cx="73152" cy="310896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21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Diversified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578608"/>
            <a:ext cx="271576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Multiple exposures with different drivers. Less dependence on one company/event.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154680" cy="3108960"/>
          </a:xfrm>
          <a:prstGeom prst="roundRect">
            <a:avLst>
              <a:gd name="adj" fmla="val 1765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920240"/>
            <a:ext cx="73152" cy="310896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121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Still risky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2578608"/>
            <a:ext cx="271576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Correlations can rise; leverage can overwhelm diversification; losses remain possible.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Risk budget before market opinion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Individual • 12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66928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Choose a hypothetical account size.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Set a maximum dollar loss for one trade and explain why it is tolerable.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Given three entry/invalidation pairs, calculate position size.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For one setup, reject the trade because the required size, liquidity or gap risk is unacceptable.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95160" y="210312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2103120"/>
            <a:ext cx="73152" cy="237744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3042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Rule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761488"/>
            <a:ext cx="358444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do not earn points for taking every trade. “Skip” is a valid risk decision.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Drawdowns compound against you.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Invalidation comes before position size.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Risk/reward without probabilities does not prove positive expectancy.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Diversification reduces concentration, not uncertainty itself.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use this risk framework to build a swing-trading process around trend and moving averages.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Risk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https://www.investor.gov/introduction-investing/investing-basics/what-risk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Asset Allocation &amp; Diversification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https://www.investor.gov/introduction-investing/getting-started/asset-allocation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Beginner’s Guide to Asset Allocation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https://www.investor.gov/additional-resources/general-resources/publications-research/info-sheets/beginners-guide-asset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— Risk Before Strategy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